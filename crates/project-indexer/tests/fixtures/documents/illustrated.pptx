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coastal-chart.png"/>
  <Relationship Id="rId2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p>
            <a:r>
              <a:t>Field report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p>
            <a:r>
              <a:t>Coastal observations.</a:t>
            </a:r>
          </a:p>
        </p:txBody>
      </p:sp>
      <p:graphicFrame>
        <p:nvGraphicFramePr>
          <p:cNvPr id="4" name="Coastal sensors table"/>
          <p:cNvGraphicFramePr/>
          <p:nvPr/>
        </p:nvGraphicFramePr>
        <p:xfrm>
          <a:off x="838200" y="2500000"/>
          <a:ext cx="4000000" cy="1000000"/>
        </p:xfrm>
        <a:graphic>
          <a:graphicData uri="http://schemas.openxmlformats.org/drawingml/2006/table">
            <a:tbl>
              <a:tblGrid>
                <a:gridCol w="2000000"/>
                <a:gridCol w="2000000"/>
              </a:tblGrid>
              <a:tr h="370000">
                <a:tc>
                  <a:txBody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p>
                      <a:r>
                        <a:t>Count</a:t>
                      </a:r>
                    </a:p>
                  </a:txBody>
                </a:tc>
              </a:tr>
              <a:tr h="370000">
                <a:tc>
                  <a:txBody>
                    <a:p>
                      <a:r>
                        <a:t>Coast</a:t>
                      </a:r>
                    </a:p>
                  </a:txBody>
                </a:tc>
                <a:tc>
                  <a:txBody>
                    <a:p>
                      <a:r>
                        <a:t>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p>
            <a:r>
              <a:t>Coastal chart</a:t>
            </a:r>
          </a:p>
        </p:txBody>
      </p:sp>
      <p:pic>
        <p:nvPicPr>
          <p:cNvPr id="3" name="Coastal chart" descr="Coastal 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200000"/>
            <a:ext cx="914400" cy="8128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Illustrated Fixture">
  <a:themeElements>
    <a:clrScheme name="Fixtur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ixture">
      <a:majorFont>
        <a:latin typeface="Calibri"/>
      </a:majorFont>
      <a:minorFont>
        <a:latin typeface="Calibri"/>
      </a:minorFont>
    </a:fontScheme>
    <a:fmtScheme name="Fixture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>
          <a:solidFill>
            <a:schemeClr val="accent1"/>
          </a:solidFill>
        </a:ln>
        <a:ln>
          <a:solidFill>
            <a:schemeClr val="accent1"/>
          </a:solidFill>
        </a:ln>
        <a:ln>
          <a:solidFill>
            <a:schemeClr val="accent1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Lumvise fixture generator</Application>
</Properties>
</file>

<file path=docProps/core.xml><?xml version="1.0" encoding="utf-8"?>
<cp:coreProperties xmlns:cp="http://schemas.openxmlformats.org/package/2006/metadata/core-properties" xmlns:dc="http://purl.org/dc/elements/1.1/">
  <dc:title>Field report</dc:title>
  <dc:creator>Lumvise fixture generator</dc:creator>
</cp:coreProperties>
</file>